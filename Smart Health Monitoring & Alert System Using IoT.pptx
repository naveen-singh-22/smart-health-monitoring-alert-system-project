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anose="020F0502020204030204" pitchFamily="2" charset="0"/>
      <p:regular r:id="rId15"/>
      <p:bold r:id="rId16"/>
      <p:italic r:id="rId17"/>
      <p:boldItalic r:id="rId18"/>
    </p:embeddedFont>
    <p:embeddedFont>
      <p:font typeface="Merriweather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352550"/>
            <a:ext cx="9001125" cy="213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0C4A6E"/>
                </a:solidFill>
                <a:latin typeface="Merriweather"/>
                <a:ea typeface="Merriweather"/>
                <a:cs typeface="Merriweather"/>
                <a:sym typeface="Merriweather"/>
              </a:rPr>
              <a:t>SMART HEALTH MONITORING &amp; ALERT SYSTEM USING IOT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737520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Presentation on 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Project by Naveen Singh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514701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Department of Computer Science &amp; Engineering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5010001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AKS University, Satna (M.P.)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762000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0F2FE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476375"/>
            <a:ext cx="4953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4"/>
          <a:srcRect/>
          <a:stretch/>
        </p:blipFill>
        <p:spPr>
          <a:xfrm>
            <a:off x="6096000" y="1187905"/>
            <a:ext cx="5881007" cy="522514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5860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Modern lifestyles, chronic illnesses, and limited access to medical facilities in rural areas create significant healthcare gaps.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081462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Without continuous monitoring, critical vitals like heart rate and oxygen levels can fluctuate unnoticed, leading to delayed medical responses and preventable emergencies.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19201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5"/>
          <a:srcRect/>
          <a:stretch/>
        </p:blipFill>
        <p:spPr>
          <a:xfrm>
            <a:off x="6334125" y="2599283"/>
            <a:ext cx="5286375" cy="2973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428750" y="2278707"/>
            <a:ext cx="4429125" cy="18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IoT-Based Architecture: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smart, low-cost system using NodeMCU ESP8266 to collect and transmit data wirelessly, bridging the gap between patients and doctors.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428750" y="4345185"/>
            <a:ext cx="4429125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Real-Time Tracking: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Unlike periodic checks, this system monitors SpO₂, Pulse Rate, and Temperature 24/7, making data instantly available on the cloud.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33585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440233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3810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C4A6E"/>
                </a:solidFill>
                <a:latin typeface="Merriweather"/>
                <a:ea typeface="Merriweather"/>
                <a:cs typeface="Merriweather"/>
                <a:sym typeface="Merriweather"/>
              </a:rPr>
              <a:t>Proposed Solution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0287"/>
            <a:ext cx="3492549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00287"/>
            <a:ext cx="3492549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00287"/>
            <a:ext cx="3492549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84325" y="25955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694212" y="3452812"/>
            <a:ext cx="32471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Continuous Monitoring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71525" y="4471987"/>
            <a:ext cx="3092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 track vital signs (Heart Rate, SpO₂, Temp) continuously without manual intervention.</a:t>
            </a:r>
            <a:endParaRPr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62625" y="25955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145881" y="3452812"/>
            <a:ext cx="19002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Instant Alerts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549824" y="4129087"/>
            <a:ext cx="3092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 automatically trigger notifications via App/SMS when readings cross safe thresholds.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40924" y="25955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859172" y="3452812"/>
            <a:ext cx="203025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Remote Access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328124" y="4129087"/>
            <a:ext cx="3092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 enable doctors and caregivers to view patient data from anywhere via Cloud Dashboards.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46250" y="277653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62650" y="277653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21899" y="27765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3810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C4A6E"/>
                </a:solidFill>
                <a:latin typeface="Merriweather"/>
                <a:ea typeface="Merriweather"/>
                <a:cs typeface="Merriweather"/>
                <a:sym typeface="Merriweather"/>
              </a:rPr>
              <a:t>Key Objectives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2700"/>
            <a:ext cx="3492549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52700"/>
            <a:ext cx="3492549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52700"/>
            <a:ext cx="3492549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552700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8"/>
          <a:srcRect/>
          <a:stretch/>
        </p:blipFill>
        <p:spPr>
          <a:xfrm>
            <a:off x="4770425" y="2552700"/>
            <a:ext cx="26511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28099" y="2552700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124450"/>
            <a:ext cx="31115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C4A6E"/>
                </a:solidFill>
                <a:latin typeface="DM Sans"/>
                <a:ea typeface="DM Sans"/>
                <a:cs typeface="DM Sans"/>
                <a:sym typeface="DM Sans"/>
              </a:rPr>
              <a:t>NodeMCU ESP8266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540299" y="5124450"/>
            <a:ext cx="31115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C4A6E"/>
                </a:solidFill>
                <a:latin typeface="DM Sans"/>
                <a:ea typeface="DM Sans"/>
                <a:cs typeface="DM Sans"/>
                <a:sym typeface="DM Sans"/>
              </a:rPr>
              <a:t>MAX30102 (Pulse &amp; SpO₂)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318599" y="5124450"/>
            <a:ext cx="31115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C4A6E"/>
                </a:solidFill>
                <a:latin typeface="DM Sans"/>
                <a:ea typeface="DM Sans"/>
                <a:cs typeface="DM Sans"/>
                <a:sym typeface="DM Sans"/>
              </a:rPr>
              <a:t>DS18B20 (Temperature)</a:t>
            </a:r>
            <a:endParaRPr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2552700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28099" y="2552700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3810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C4A6E"/>
                </a:solidFill>
                <a:latin typeface="Merriweather"/>
                <a:ea typeface="Merriweather"/>
                <a:cs typeface="Merriweather"/>
                <a:sym typeface="Merriweather"/>
              </a:rPr>
              <a:t>Core Hardware Components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193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866775" y="1676965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428750" y="1675060"/>
            <a:ext cx="4429125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Sensing Layer: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Biomedical sensors (MAX30102, DS18B20) collect raw analog/digital data from the patient.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66775" y="3012102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428750" y="3010197"/>
            <a:ext cx="4429125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Processing Layer: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NodeMCU processes signals, filters noise, and checks against safety thresholds.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66775" y="4347239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428750" y="4345334"/>
            <a:ext cx="44291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Transmission: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Data is encrypted and sent via Wi-Fi to the Cloud.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66775" y="5316706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428750" y="5314801"/>
            <a:ext cx="4429125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Application Layer: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Blynk and ThingSpeak platforms visualize data and manage alerts.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20821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C4A6E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92258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9687" y="218122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4937" y="2276475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6334125" y="251936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Visualization &amp; Control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334125" y="305276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system leverages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Blynk Cloud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real-time mobile visualization. Widgets display live Heart Rate, SpO₂, and Temperature data.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334125" y="45481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ThingSpeak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is utilized for long-term data logging and trend analysis, allowing doctors to review historical patient data graphs.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3810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C4A6E"/>
                </a:solidFill>
                <a:latin typeface="Merriweather"/>
                <a:ea typeface="Merriweather"/>
                <a:cs typeface="Merriweather"/>
                <a:sym typeface="Merriweather"/>
              </a:rPr>
              <a:t>Software &amp; Cloud Integration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67225"/>
            <a:ext cx="243066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80" y="2371725"/>
            <a:ext cx="243066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860" y="4467225"/>
            <a:ext cx="243066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9541" y="2371725"/>
            <a:ext cx="243066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571500" y="4067175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70753" y="4619625"/>
            <a:ext cx="223215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Collection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723900" y="5153025"/>
            <a:ext cx="21258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Sensors measure Vitals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3543433" y="2524125"/>
            <a:ext cx="223215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Processing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3596580" y="3057525"/>
            <a:ext cx="21258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NodeMCU filters data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416114" y="4619625"/>
            <a:ext cx="223215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Cloud Upload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469260" y="5153025"/>
            <a:ext cx="21258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Sent to Blynk/ThingSpeak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9288794" y="2524125"/>
            <a:ext cx="223215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Alerting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341941" y="3057525"/>
            <a:ext cx="21258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Notification if Abnormal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3810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C4A6E"/>
                </a:solidFill>
                <a:latin typeface="Merriweather"/>
                <a:ea typeface="Merriweather"/>
                <a:cs typeface="Merriweather"/>
                <a:sym typeface="Merriweather"/>
              </a:rPr>
              <a:t>Operational Workflow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672530" y="39719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545210" y="39719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7417891" y="39719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0290571" y="39719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31889"/>
            <a:ext cx="3429000" cy="2708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731889"/>
            <a:ext cx="3429000" cy="2708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731889"/>
            <a:ext cx="3429000" cy="270867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952500" y="3112889"/>
            <a:ext cx="2667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24/7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952500" y="4179689"/>
            <a:ext cx="2667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F2FE"/>
                </a:solidFill>
                <a:latin typeface="DM Sans"/>
                <a:ea typeface="DM Sans"/>
                <a:cs typeface="DM Sans"/>
                <a:sym typeface="DM Sans"/>
              </a:rPr>
              <a:t>Continuous Monitoring Capability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762500" y="3112889"/>
            <a:ext cx="2667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&lt;2s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762500" y="4179689"/>
            <a:ext cx="2667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F2FE"/>
                </a:solidFill>
                <a:latin typeface="DM Sans"/>
                <a:ea typeface="DM Sans"/>
                <a:cs typeface="DM Sans"/>
                <a:sym typeface="DM Sans"/>
              </a:rPr>
              <a:t>Latency for Emergency Alerts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572500" y="3112889"/>
            <a:ext cx="2667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100%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572500" y="4179689"/>
            <a:ext cx="2667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F2FE"/>
                </a:solidFill>
                <a:latin typeface="DM Sans"/>
                <a:ea typeface="DM Sans"/>
                <a:cs typeface="DM Sans"/>
                <a:sym typeface="DM Sans"/>
              </a:rPr>
              <a:t>Remote Access for Caregivers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3810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C4A6E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Impact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19350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193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1047750" y="1857821"/>
            <a:ext cx="48101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Early Detection: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Identifies health deterioration before it becomes critical.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047750" y="2827287"/>
            <a:ext cx="4810125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Reduced Hospitalization: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Minimizes unnecessary hospital visits for routine checks.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047750" y="4162425"/>
            <a:ext cx="48101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User-Friendly: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Simple mobile interface accessible to non-technical users.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1047750" y="5131891"/>
            <a:ext cx="4810125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Cost-Effective: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Uses affordable components, making healthcare accessible to rural areas.</a:t>
            </a:r>
            <a:endParaRPr/>
          </a:p>
        </p:txBody>
      </p:sp>
      <p:pic>
        <p:nvPicPr>
          <p:cNvPr id="232" name="Google Shape;23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91497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8443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2195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18904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571500" y="3810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C4A6E"/>
                </a:solidFill>
                <a:latin typeface="Merriweather"/>
                <a:ea typeface="Merriweather"/>
                <a:cs typeface="Merriweather"/>
                <a:sym typeface="Merriweather"/>
              </a:rPr>
              <a:t>Key Benefits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2312" y="21812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571500" y="267176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Expanding Capabilities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32051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Future iterations can integrate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AI &amp; Machine Learning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 predict heart anomalies before they occur.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43957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Additional sensors for Blood Pressure and Glucose monitoring can be added to create a comprehensive "Hospital-in-a-Box" solution.</a:t>
            </a:r>
            <a:endParaRPr/>
          </a:p>
        </p:txBody>
      </p:sp>
      <p:pic>
        <p:nvPicPr>
          <p:cNvPr id="247" name="Google Shape;24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7562" y="2276475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571500" y="3810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C4A6E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Scope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1160115"/>
            <a:ext cx="8839200" cy="45376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2075497" y="1750665"/>
            <a:ext cx="804100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2266950" y="2693640"/>
            <a:ext cx="76581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Smart Health Monitoring &amp; Alert System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2266950" y="3440310"/>
            <a:ext cx="765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Naveen Singh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2266950" y="3935610"/>
            <a:ext cx="765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B.Tech (CSE) - AKS University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2075497" y="4621410"/>
            <a:ext cx="804100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Widescreen</PresentationFormat>
  <Paragraphs>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Merriweather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Aman Singh</cp:lastModifiedBy>
  <cp:revision>1</cp:revision>
  <dcterms:modified xsi:type="dcterms:W3CDTF">2025-11-26T05:39:18Z</dcterms:modified>
</cp:coreProperties>
</file>